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volet suppose le volet 1 (concepts) déjà vu. Ici on entre dans l'outillage.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Toutes les voies convergent vers bmad-build : c'est le seul skill qui écrit du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à imprimer ou à épingler. Les noms de skills sont ceux de BMAD v6.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1417320"/>
            <a:ext cx="4023360" cy="4023360"/>
          </a:xfrm>
          <a:prstGeom prst="ellipse">
            <a:avLst/>
          </a:prstGeom>
          <a:ln w="15875">
            <a:solidFill>
              <a:srgbClr val="2E3B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01000" y="1920240"/>
            <a:ext cx="3017520" cy="3017520"/>
          </a:xfrm>
          <a:prstGeom prst="ellipse">
            <a:avLst/>
          </a:prstGeom>
          <a:ln w="15875">
            <a:solidFill>
              <a:srgbClr val="3B4A9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2423160"/>
            <a:ext cx="2011680" cy="2011680"/>
          </a:xfrm>
          <a:prstGeom prst="ellipse">
            <a:avLst/>
          </a:prstGeom>
          <a:ln w="31750">
            <a:solidFill>
              <a:srgbClr val="FF6B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08592" y="3227832"/>
            <a:ext cx="402336" cy="40233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3716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VOLET 2 · DÉVELOPPEURS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745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BMAD en pratique</a:t>
            </a:r>
            <a:endParaRPr lang="en-US" sz="5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346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Installation, skills, agents et boucle de build — avec les commandes exactes.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5669280" cy="1234440"/>
          </a:xfrm>
          <a:prstGeom prst="roundRect">
            <a:avLst>
              <a:gd name="adj" fmla="val 5185"/>
            </a:avLst>
          </a:prstGeom>
          <a:solidFill>
            <a:srgbClr val="0F15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59536" y="3611880"/>
            <a:ext cx="52303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bmad-method install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/bmad-help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/bmad-build Fix the login validation bug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7607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Basé sur la documentation officielle BMAD v6  ·  docs.bmad-method.org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TOI, DÉVELOPPEUR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change concrètement dans ta journée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257800" cy="3200400"/>
          </a:xfrm>
          <a:prstGeom prst="roundRect">
            <a:avLst>
              <a:gd name="adj" fmla="val 2571"/>
            </a:avLst>
          </a:prstGeom>
          <a:solidFill>
            <a:srgbClr val="F5F6F8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MÉTHODE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5740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es le seul filet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514600"/>
            <a:ext cx="4617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prompts, tu relis, tu recolles, tu recommences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contexte meurt avec la session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revue, c'est toi — en fin de journée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trace du pourquoi d'un choix technique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257800" cy="3200400"/>
          </a:xfrm>
          <a:prstGeom prst="roundRect">
            <a:avLst>
              <a:gd name="adj" fmla="val 257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1783080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BMAD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05740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processus porte une partie du filet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514600"/>
            <a:ext cx="4617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donnes une intention, l'agent enquête dans le repo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contexte vit dans des fichiers versionnés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revue adversariale indépendante passe avant toi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changement laisse un enregistrement d'implémentation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89204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FFEBE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48920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ne change pas : </a:t>
            </a:r>
            <a:pPr indent="0" marL="0">
              <a:buNone/>
            </a:pPr>
            <a:r>
              <a:rPr lang="en-US" sz="13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restes responsable de ce qui est mergé. BMAD te donne de quoi juger, pas de quoi déléguer.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6949440" cy="2514600"/>
          </a:xfrm>
          <a:prstGeom prst="roundRect">
            <a:avLst>
              <a:gd name="adj" fmla="val 2545"/>
            </a:avLst>
          </a:prstGeom>
          <a:solidFill>
            <a:srgbClr val="0F15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59536" y="1463040"/>
            <a:ext cx="651052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installation guidée (modules, config, outil IA)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bmad-method install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préversion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bmad-method@next install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lister les outils IA supportés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bmad-method install --list-tools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0624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NON INTERACTIVE (CI)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4480560"/>
            <a:ext cx="6949440" cy="1234440"/>
          </a:xfrm>
          <a:prstGeom prst="roundRect">
            <a:avLst>
              <a:gd name="adj" fmla="val 5185"/>
            </a:avLst>
          </a:prstGeom>
          <a:solidFill>
            <a:srgbClr val="0F15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4480560"/>
            <a:ext cx="65105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bmad-method install --directory . \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--modules bmm --tools claude-code --yes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55280" y="1463040"/>
            <a:ext cx="3566160" cy="4251960"/>
          </a:xfrm>
          <a:prstGeom prst="roundRect">
            <a:avLst>
              <a:gd name="adj" fmla="val 2308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75320" y="17373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01168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20.12+ pour l'installeur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— requis par les skills qui exécutent du Python, dont bmad-build et bmad-build-auto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outil de code IA supporté (Claude Code, Cursor…)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seulement si tu installes des modules externes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75320" y="457200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58200" y="457200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bmm est le module « BMad Method » : celui qui contient les workflows produit et développement.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L'INSTALLATION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apparaît dans le dépôt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6675120" cy="3246120"/>
          </a:xfrm>
          <a:prstGeom prst="roundRect">
            <a:avLst>
              <a:gd name="adj" fmla="val 1972"/>
            </a:avLst>
          </a:prstGeom>
          <a:solidFill>
            <a:srgbClr val="0F15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59536" y="1463040"/>
            <a:ext cx="623620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mon-projet/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_bmad/                     # config partagée + scripts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&lt;outil-ia&gt;/skills/         # skills installés (ex. Claude Code)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_bmad-output/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planning-artifacts/     # brief.md, prd.md, DESIGN.md…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specs/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└─ spec-&lt;nom&gt;/          # SPEC.md, stories.yaml,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# spec-*.md, RETROSPECTIVE.md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680960" y="1463040"/>
            <a:ext cx="3840480" cy="3246120"/>
          </a:xfrm>
          <a:prstGeom prst="roundRect">
            <a:avLst>
              <a:gd name="adj" fmla="val 253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01000" y="17373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POINT IMPORTANT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001000" y="2057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artefacts sont des fichiers du dépôt.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001000" y="274320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se commitent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passent en pull request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se diffent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se relisent comme du code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93776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EEF2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4937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d'équipe à trancher tôt : </a:t>
            </a:r>
            <a:pPr indent="0" marL="0">
              <a:buNone/>
            </a:pPr>
            <a:r>
              <a:rPr lang="en-US" sz="13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_bmad-output/ est-il versionné ou ignoré ? Versionné, c'est la mémoire du projet ; ignoré, on perd le bénéfice.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Vérifier l'installation et faire son premier changement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02920" cy="50292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27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691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l'outil dans le projet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394960" y="1463040"/>
            <a:ext cx="6126480" cy="1097280"/>
          </a:xfrm>
          <a:prstGeom prst="roundRect">
            <a:avLst>
              <a:gd name="adj" fmla="val 5833"/>
            </a:avLst>
          </a:prstGeom>
          <a:solidFill>
            <a:srgbClr val="0F15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14416" y="1463040"/>
            <a:ext cx="56875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mon-projet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9992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3063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que les skills répondent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394960" y="2834640"/>
            <a:ext cx="6126480" cy="1097280"/>
          </a:xfrm>
          <a:prstGeom prst="roundRect">
            <a:avLst>
              <a:gd name="adj" fmla="val 5833"/>
            </a:avLst>
          </a:prstGeom>
          <a:solidFill>
            <a:srgbClr val="0F15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14416" y="2834640"/>
            <a:ext cx="56875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/bmad-help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3708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4370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53312" y="4434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un premier changement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394960" y="4206240"/>
            <a:ext cx="6126480" cy="1097280"/>
          </a:xfrm>
          <a:prstGeom prst="roundRect">
            <a:avLst>
              <a:gd name="adj" fmla="val 5833"/>
            </a:avLst>
          </a:prstGeom>
          <a:solidFill>
            <a:srgbClr val="0F153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14416" y="4206240"/>
            <a:ext cx="56875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/bmad-build write an implementation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of mars rover kata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669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bmad-help lit ton projet et les modules installés, puis te dit quelle est l'étape suivante — c'est le point d'entrée quand tu ne sais pas quoi lancer.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FAÇONS D'INVOQUER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et agents : quand utiliser lequel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029200" cy="1554480"/>
          </a:xfrm>
          <a:prstGeom prst="roundRect">
            <a:avLst>
              <a:gd name="adj" fmla="val 5294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69164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574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workflow = un skill, invoqué par son nom. Tu sais ce que tu veux faire.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0" y="1463040"/>
            <a:ext cx="5486400" cy="1554480"/>
          </a:xfrm>
          <a:prstGeom prst="roundRect">
            <a:avLst>
              <a:gd name="adj" fmla="val 529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55080" y="169164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20574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session persistante avec un rôle. Tu changes de tâche par code menu, sans quitter la conversation.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246120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AGENTS ET LEURS CODES MENU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3493008"/>
            <a:ext cx="10881360" cy="402336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5478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bmad-agent-analyst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3547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 — Analyst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35478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 · MR · DR · TR · TS · CR · UV · CB · WB · PC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9867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bmad-agent-pm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114800" y="39867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— Product Manager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39867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 · CE · IR · CC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370832"/>
            <a:ext cx="10881360" cy="402336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4256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bmad-agent-architect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114800" y="44256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Winston — Architect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44256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 · IR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864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bmad-agent-dev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114800" y="4864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Amelia — Developer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48646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BD · QA · CR · SP · 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5248656"/>
            <a:ext cx="10881360" cy="402336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5303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bmad-agent-ux-designer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114800" y="5303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Sally — UX Designer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132320" y="5303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: un skill quand tu sais quel workflow lancer ; un agent quand tu es déjà dans la conversation et veux enchaîner une autre tâche.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carte des skills, par phase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542032" cy="3200400"/>
          </a:xfrm>
          <a:prstGeom prst="roundRect">
            <a:avLst>
              <a:gd name="adj" fmla="val 3237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6550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655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240280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551176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optionnelle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880360"/>
            <a:ext cx="20848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bmad-brainstorming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bmad-forge-idea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bmad-deep-recon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bmad-product-brief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bmad-prfaq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19856" y="1417320"/>
            <a:ext cx="2542032" cy="3200400"/>
          </a:xfrm>
          <a:prstGeom prst="roundRect">
            <a:avLst>
              <a:gd name="adj" fmla="val 3237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75888" y="16550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75888" y="1655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2240280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75888" y="2551176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quoi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675888" y="2880360"/>
            <a:ext cx="20848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bmad-prd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bmad-ux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bmad-spec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99632" y="1417320"/>
            <a:ext cx="2542032" cy="3200400"/>
          </a:xfrm>
          <a:prstGeom prst="roundRect">
            <a:avLst>
              <a:gd name="adj" fmla="val 3237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55664" y="16550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55664" y="1655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55664" y="2240280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Solutioning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55664" y="2551176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comment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55664" y="2880360"/>
            <a:ext cx="20848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bmad-architecture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bmad-create-epics-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and-stories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bmad-sprint-planning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79408" y="1417320"/>
            <a:ext cx="2542032" cy="3200400"/>
          </a:xfrm>
          <a:prstGeom prst="roundRect">
            <a:avLst>
              <a:gd name="adj" fmla="val 323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35440" y="1655064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35440" y="1655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235440" y="2240280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2551176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235440" y="2880360"/>
            <a:ext cx="20848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bmad-build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bmad-code-review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bmad-correct-course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bmad-retrospective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bmad-build-auto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484632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FFEBE4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1051560" y="48463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4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Transverse : </a:t>
            </a:r>
            <a:pPr indent="0" marL="0">
              <a:buNone/>
            </a:pPr>
            <a:r>
              <a:rPr lang="en-US" sz="1150" dirty="0">
                <a:solidFill>
                  <a:srgbClr val="2C3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bmad-help  ·  bmad-project-context  ·  bmad-review  ·  bmad-advanced-elicitation  ·  bmad-customize  ·  bmad-party-mode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DOSER L'EFFORT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flux, un seul point d'arrivée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383280" cy="3566160"/>
          </a:xfrm>
          <a:prstGeom prst="roundRect">
            <a:avLst>
              <a:gd name="adj" fmla="val 2432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32688" y="1673352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Method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103120"/>
            <a:ext cx="27980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la forme du travail est encore une question ouverte : nouveau sous-système, feature que personne n'a correctement cadrée.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429000"/>
            <a:ext cx="27980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complète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Handoffs explicites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erreurs de cadrage sortent tôt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383280" cy="3566160"/>
          </a:xfrm>
          <a:prstGeom prst="roundRect">
            <a:avLst>
              <a:gd name="adj" fmla="val 2432"/>
            </a:avLst>
          </a:prstGeom>
          <a:solidFill>
            <a:srgbClr val="FFEBE4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81728" y="1673352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Dev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81728" y="2103120"/>
            <a:ext cx="27980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le travail est compris et que l'incertitude de spec est faible. La planification reste disponible si tu la veux.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81728" y="3429000"/>
            <a:ext cx="27980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handoff manuel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session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revue, même exigence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383280" cy="3566160"/>
          </a:xfrm>
          <a:prstGeom prst="roundRect">
            <a:avLst>
              <a:gd name="adj" fmla="val 243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30768" y="1673352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 Loop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430768" y="2103120"/>
            <a:ext cx="27980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les specs sont solides et que tu préfères lire le résultat d'un epic fini plutôt que regarder chaque story passer.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430768" y="3429000"/>
            <a:ext cx="27980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Itérations non surveillées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cycles en parallèle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dédiée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166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trois produisent la même chose : une story ou une spec, passée par la même revue adversariale, dans la même structure de dépôt.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 DU RÉACTEUR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bmad-build — les six temps de la boucle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6550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655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916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fraîche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203704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 conversation : on ne mélange pas les contextes.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16550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45152" y="1655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6916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 l'intention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2203704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vrac, une issue, une spec ou une story — peu importe la forme.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41732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16550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94192" y="1655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0" y="16916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Résoudre l'intention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94192" y="2203704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enquête dans le code et les artefacts de planification.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06324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33009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33375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Approuver le plan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3849624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présente le design retenu, les zones floues, les actions irréversibles, l'empreinte.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89120" y="306324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45152" y="33009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45152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33375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+ revue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645152" y="3849624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code, une revue indépendante passe, il corrige, il commite en local.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306324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94192" y="3300984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94192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961120" y="33375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Relire le résultat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394192" y="3849624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lis les changements et les notes de revue avant de pousser.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4663440"/>
            <a:ext cx="10881360" cy="1143000"/>
          </a:xfrm>
          <a:prstGeom prst="roundRect">
            <a:avLst>
              <a:gd name="adj" fmla="val 7200"/>
            </a:avLst>
          </a:prstGeom>
          <a:solidFill>
            <a:srgbClr val="FFEBE4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1005840" y="4846320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B8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RACCOURCIS ASSUMÉS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005840" y="51206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peux demander à bmad-build la route « one-shot », ou lui dire de sauter la revue. Les deux sont légitimes sur du trivial — et une mauvaise idée dès que le changement touche plus d'un fichier.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VRAI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on appelle bmad-build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6858000" cy="3703320"/>
          </a:xfrm>
          <a:prstGeom prst="roundRect">
            <a:avLst>
              <a:gd name="adj" fmla="val 1728"/>
            </a:avLst>
          </a:prstGeom>
          <a:solidFill>
            <a:srgbClr val="0F15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59536" y="1417320"/>
            <a:ext cx="641908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 bug décrit en une phrase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/bmad-build Fix the login validation bug that allows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empty passwords.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une issue GitHub, par son URL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/bmad-build Fix https://github.com/org/repo/issues/42.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une story issue d'une spec planifiée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/bmad-build Implement story 1, filters, from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_bmad-output/specs/spec-diffsettings-audit/stories.yaml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sans argument : tu décris ton intention en conversation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/bmad-build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863840" y="1417320"/>
            <a:ext cx="3657600" cy="1783080"/>
          </a:xfrm>
          <a:prstGeom prst="roundRect">
            <a:avLst>
              <a:gd name="adj" fmla="val 4615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156448" y="1645920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ACCEPTE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156448" y="1938528"/>
            <a:ext cx="30723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texte décousu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issue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spec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story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63840" y="3337560"/>
            <a:ext cx="3657600" cy="178308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156448" y="3566160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FAIT D'ABORD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156448" y="3858768"/>
            <a:ext cx="3072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ne code pas tout de suite : il reconstitue l'intention à partir du dépôt et des artefacts, puis te demande d'approuver un plan.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règle qui revient partout dans la doc : une session fraîche par workflow.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tu récupères à la fin d'un bmad-build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6949440" cy="749808"/>
          </a:xfrm>
          <a:prstGeom prst="roundRect">
            <a:avLst>
              <a:gd name="adj" fmla="val 10976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618488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618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58191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modifié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186537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fichiers touchés, listés dans le message final.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359152"/>
            <a:ext cx="6949440" cy="749808"/>
          </a:xfrm>
          <a:prstGeom prst="roundRect">
            <a:avLst>
              <a:gd name="adj" fmla="val 10976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96112" y="251460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2514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247802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tests qui passent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276148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le projet en a — sinon, c'est un signal.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255264"/>
            <a:ext cx="6949440" cy="749808"/>
          </a:xfrm>
          <a:prstGeom prst="roundRect">
            <a:avLst>
              <a:gd name="adj" fmla="val 10976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341071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3410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337413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message de commit conventionnel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36576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à pousser, déjà commité en local.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151376"/>
            <a:ext cx="6949440" cy="749808"/>
          </a:xfrm>
          <a:prstGeom prst="roundRect">
            <a:avLst>
              <a:gd name="adj" fmla="val 10976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430682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43068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481328" y="427024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enregistrement d'implémentation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481328" y="455371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Classé avec la spec ou la story parente : spec-*.md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47488"/>
            <a:ext cx="6949440" cy="749808"/>
          </a:xfrm>
          <a:prstGeom prst="roundRect">
            <a:avLst>
              <a:gd name="adj" fmla="val 10976"/>
            </a:avLst>
          </a:prstGeom>
          <a:solidFill>
            <a:srgbClr val="FFEBE4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6112" y="5202936"/>
            <a:ext cx="438912" cy="43891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96112" y="5202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481328" y="51663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deferred-work.md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481328" y="544982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été volontairement laissé de côté.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863840" y="1463040"/>
            <a:ext cx="3657600" cy="4114800"/>
          </a:xfrm>
          <a:prstGeom prst="roundRect">
            <a:avLst>
              <a:gd name="adj" fmla="val 225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156448" y="1737360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RÉFLEXE À PRENDRE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156448" y="2057400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 deferred-work.md avant de pousser.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156448" y="2743200"/>
            <a:ext cx="3072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là que se cache l'écart entre « ça marche » et « c'est fini » : cas limites non traités, TODO assumés, dettes ouvertes en connaissance de cause.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156448" y="4297680"/>
            <a:ext cx="3072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8C9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dossier vide n'est pas un bon signe : c'est souvent un signe que rien n'a été questionné.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OPTIONNELLE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— explorer avant de s'engager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601675"/>
          </a:xfrm>
          <a:prstGeom prst="roundRect">
            <a:avLst>
              <a:gd name="adj" fmla="val 10638"/>
            </a:avLst>
          </a:prstGeom>
          <a:solidFill>
            <a:srgbClr val="F6F8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417320"/>
            <a:ext cx="320040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bmad-brainstorming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417320"/>
            <a:ext cx="420624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Facilite une session d'idéation guidée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595360" y="1417320"/>
            <a:ext cx="274320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brainstorm.html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brainstorm-intent.md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47011"/>
            <a:ext cx="320040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bmad-forge-idea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147011"/>
            <a:ext cx="420624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une idée sous pression jusqu'à ce qu'elle tienne — ou meure vite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595360" y="2147011"/>
            <a:ext cx="274320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forge-report.html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forged-idea.md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876702"/>
            <a:ext cx="10881360" cy="601675"/>
          </a:xfrm>
          <a:prstGeom prst="roundRect">
            <a:avLst>
              <a:gd name="adj" fmla="val 10638"/>
            </a:avLst>
          </a:prstGeom>
          <a:solidFill>
            <a:srgbClr val="F6F8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2876702"/>
            <a:ext cx="320040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bmad-deep-recon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2876702"/>
            <a:ext cx="420624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un sujet pour éclairer une décision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595360" y="2876702"/>
            <a:ext cx="274320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rapport de recherche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606394"/>
            <a:ext cx="320040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bmad-product-brief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606394"/>
            <a:ext cx="420624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la vision quand le concept est déjà clair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3606394"/>
            <a:ext cx="274320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brief.md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addendum.md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336085"/>
            <a:ext cx="10881360" cy="601675"/>
          </a:xfrm>
          <a:prstGeom prst="roundRect">
            <a:avLst>
              <a:gd name="adj" fmla="val 10638"/>
            </a:avLst>
          </a:prstGeom>
          <a:solidFill>
            <a:srgbClr val="F6F8F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4336085"/>
            <a:ext cx="320040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bmad-prfaq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4336085"/>
            <a:ext cx="420624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Backwards : teste le concept côté client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0" y="4336085"/>
            <a:ext cx="274320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prfaq-{projet}.md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11704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206240" y="11704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FAIT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595360" y="11704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" y="5248656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1005840" y="5248656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entièrement optionnelle. Sur une évolution d'un produit existant, on la saute sans état d'âme.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— verrouiller le QUOI avant le COMMENT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F6F8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4173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bmad-prd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4173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Crée, met à jour ou valide un PRD — trois intentions dans un seul skill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595360" y="1417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prd.md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addendum.md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validation-report.html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59736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bmad-ux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459736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Conçoit l'expérience quand l'UX compte : paire visuelle + comportementale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595360" y="2459736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DESIGN.md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EXPERIENCE.md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F6F8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50215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bmad-spec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350215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 n'importe quelle intention en un contrat SPEC.md succinct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595360" y="3502152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SPEC.md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stories.yaml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11704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11704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FAIT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11704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4727448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FFEBE4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1005840" y="4727448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bmad-spec est le skill que tu utiliseras le plus souvent : c'est lui qui verrouille le périmètre avant qu'une ligne de code soit écrite.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Solutioning — décider et découper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F6F8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4173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bmad-architecture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4173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 les décisions techniques explicites et traçables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595360" y="1417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ARCHITECTURE-SPINE.md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59736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bmad-create-epics-and-stories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459736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Découpe les exigences en travail implémentable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595360" y="2459736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fichiers d'epics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 stories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F6F8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50215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bmad-sprint-planning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350215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 de préparation avant implémentation, puis suivi des stories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595360" y="3502152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PASS/CONCERNS/FAIL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sprint-status.yaml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11704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11704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FAIT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11704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4727448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1005840" y="4727448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bmad-sprint-planning rend un verdict PASS, CONCERNS ou FAIL. Un FAIL n'est pas une opinion : la story retourne en planification.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— écrire, relire, corriger, clore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601675"/>
          </a:xfrm>
          <a:prstGeom prst="roundRect">
            <a:avLst>
              <a:gd name="adj" fmla="val 10638"/>
            </a:avLst>
          </a:prstGeom>
          <a:solidFill>
            <a:srgbClr val="F6F8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417320"/>
            <a:ext cx="320040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bmad-build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417320"/>
            <a:ext cx="420624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 une intention directe ou une story planifiée en code implémenté et relu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595360" y="1417320"/>
            <a:ext cx="274320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+ spec-*.md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deferred-work.md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47011"/>
            <a:ext cx="320040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bmad-code-review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147011"/>
            <a:ext cx="420624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ponctuelle de n'importe quel changement de code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595360" y="2147011"/>
            <a:ext cx="274320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constats + patches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876702"/>
            <a:ext cx="10881360" cy="601675"/>
          </a:xfrm>
          <a:prstGeom prst="roundRect">
            <a:avLst>
              <a:gd name="adj" fmla="val 10638"/>
            </a:avLst>
          </a:prstGeom>
          <a:solidFill>
            <a:srgbClr val="F6F8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2876702"/>
            <a:ext cx="320040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bmad-qa-generate-e2e-tests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2876702"/>
            <a:ext cx="420624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 des tests de bout en bout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595360" y="2876702"/>
            <a:ext cx="274320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 e2e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606394"/>
            <a:ext cx="320040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bmad-correct-course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606394"/>
            <a:ext cx="420624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un changement significatif en cours de sprint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3606394"/>
            <a:ext cx="274320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mis à jour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336085"/>
            <a:ext cx="10881360" cy="601675"/>
          </a:xfrm>
          <a:prstGeom prst="roundRect">
            <a:avLst>
              <a:gd name="adj" fmla="val 10638"/>
            </a:avLst>
          </a:prstGeom>
          <a:solidFill>
            <a:srgbClr val="F6F8F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4336085"/>
            <a:ext cx="320040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bmad-retrospective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4336085"/>
            <a:ext cx="420624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factuelle d'un epic terminé face à ses critères d'acceptation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0" y="4336085"/>
            <a:ext cx="274320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RETROSPECTIVE.md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 d'acceptation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11704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206240" y="11704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FAIT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595360" y="11704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" y="5248656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FFEBE4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1005840" y="5248656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bmad-build est le seul skill qui écrit du code. Tous les autres l'alimentent ou le contrôlent.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 EN BOUT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epic complet, de la spec à la rétro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6858000" cy="3977640"/>
          </a:xfrm>
          <a:prstGeom prst="roundRect">
            <a:avLst>
              <a:gd name="adj" fmla="val 1609"/>
            </a:avLst>
          </a:prstGeom>
          <a:solidFill>
            <a:srgbClr val="0F15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59536" y="1417320"/>
            <a:ext cx="641908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C8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— verrouiller le périmètre de l'epic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/bmad-spec Create a spec named diffsettings-audit ...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D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SPEC.md, puis demander le Story Breakdown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D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stories.yaml (ordonné)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C8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— porte de préparation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/bmad-sprint-planning        → PASS / CONCERNS / FAIL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C8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— une session fraîche PAR story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/bmad-build Implement story 1, filters, from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D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_bmad-output/specs/spec-diffsettings-audit/stories.yaml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C8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 — clore l'epic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/bmad-retrospective _bmad-output/specs/spec-diffsettings-audit/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863840" y="1417320"/>
            <a:ext cx="3657600" cy="1920240"/>
          </a:xfrm>
          <a:prstGeom prst="roundRect">
            <a:avLst>
              <a:gd name="adj" fmla="val 4286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156448" y="1645920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À L'ÉCHELLE D'UN EPIC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156448" y="1965960"/>
            <a:ext cx="3072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sessions de build, un résultat cohérent. C'est le cas le plus fréquent au quotidien.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863840" y="3474720"/>
            <a:ext cx="3657600" cy="1920240"/>
          </a:xfrm>
          <a:prstGeom prst="roundRect">
            <a:avLst>
              <a:gd name="adj" fmla="val 428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156448" y="3703320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À L'ÉCHELLE D'UN PROJET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156448" y="4023360"/>
            <a:ext cx="3072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ou 20+ sessions : on ajoute les documents produit, un SPEC.md par epic, et bmad-create-epics-and-stories pour le suivi.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story = une session. C'est la règle qui protège la qualité du contexte.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Arriver sur une base de code existante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120640" cy="2011680"/>
          </a:xfrm>
          <a:prstGeom prst="roundRect">
            <a:avLst>
              <a:gd name="adj" fmla="val 409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66420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PREMIER RÉFLEXE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bmad-project-context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39572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le dépôt pour que les agents suivent les règles du projet — dans tous les workflows, pas seulement le premier.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5120640" cy="2103120"/>
          </a:xfrm>
          <a:prstGeom prst="roundRect">
            <a:avLst>
              <a:gd name="adj" fmla="val 3913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60120" y="38404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ÇA COMPTE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133088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lit tes conventions avant de proposer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ne réinvente pas une architecture déjà tranchée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phases 1 et 2 deviennent souvent inutiles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remplace un CLAUDE.md maintenu à la main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117043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RÉEL TIRÉ DE LA DOCUMENTATION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417320"/>
            <a:ext cx="5394960" cy="4297680"/>
          </a:xfrm>
          <a:prstGeom prst="roundRect">
            <a:avLst>
              <a:gd name="adj" fmla="val 1489"/>
            </a:avLst>
          </a:prstGeom>
          <a:solidFill>
            <a:srgbClr val="0F15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45936" y="1417320"/>
            <a:ext cx="4956048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C8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— cadrer le changement dans l'existant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/bmad-spec Create a spec named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D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diffsettings-audit ...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C8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— implémenter story par story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/bmad-build Implement story 1, filters, from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D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_bmad-output/specs/spec-diffsettings-audit/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D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stories.yaml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C8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— ou attaquer direct sans spec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/bmad-build Add JSON output support to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D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django-admin diffsettings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C8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 — clore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/bmad-retrospective _bmad-output/specs/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D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spec-diffsettings-audit/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LES SPECS SONT SOLIDES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Automatiser : bmad-build-auto et BMad Loop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120640" cy="1691640"/>
          </a:xfrm>
          <a:prstGeom prst="roundRect">
            <a:avLst>
              <a:gd name="adj" fmla="val 4865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6459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bmad-build-auto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116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Orchestre des itérations non surveillées du modèle de développement. Le skill, appelé comme les autres.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5120640" cy="2423160"/>
          </a:xfrm>
          <a:prstGeom prst="roundRect">
            <a:avLst>
              <a:gd name="adj" fmla="val 3396"/>
            </a:avLst>
          </a:prstGeom>
          <a:solidFill>
            <a:srgbClr val="FFEBE4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35204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B8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LANCER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822192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specs doivent être stables — sinon tu automatises une erreur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un --dry-run d'abord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lis le résultat d'un epic fini, pas chaque story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doit être installé : bmad-build-auto en dépend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17043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5C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CLI BMAD LOOP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5394960" cy="4297680"/>
          </a:xfrm>
          <a:prstGeom prst="roundRect">
            <a:avLst>
              <a:gd name="adj" fmla="val 1489"/>
            </a:avLst>
          </a:prstGeom>
          <a:solidFill>
            <a:srgbClr val="0F153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45936" y="1417320"/>
            <a:ext cx="4956048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préparer la configuration du loop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"/bmad-loop-setup accept all defaults"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simulation, sans rien écrire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bmad-loop run --epic 2 --dry-run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exécution réelle sur l'epic 2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bmad-loop run --epic 2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interface de suivi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bmad-loop tui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reprendre un run interrompu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bmad-loop resume &lt;run-id&gt;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six règles qui font la différence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383280" cy="1463040"/>
          </a:xfrm>
          <a:prstGeom prst="roundRect">
            <a:avLst>
              <a:gd name="adj" fmla="val 5625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6550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655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3677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session fraîche par workflow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2585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contextes qui se mélangent produisent des décisions incohérentes.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383280" cy="1463040"/>
          </a:xfrm>
          <a:prstGeom prst="roundRect">
            <a:avLst>
              <a:gd name="adj" fmla="val 5625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16550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45152" y="1655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63677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le plan avant d'approuver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22585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seul moment où corriger coûte une phrase au lieu d'un sprint.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417320"/>
            <a:ext cx="3383280" cy="1463040"/>
          </a:xfrm>
          <a:prstGeom prst="roundRect">
            <a:avLst>
              <a:gd name="adj" fmla="val 5625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16550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94192" y="1655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0" y="163677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sauter la revue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394192" y="22585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revue adversariale cherche à casser. Ton approbation n'est pas une revue.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154680"/>
            <a:ext cx="3383280" cy="1463040"/>
          </a:xfrm>
          <a:prstGeom prst="roundRect">
            <a:avLst>
              <a:gd name="adj" fmla="val 5625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33924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33741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Traiter deferred-work.md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399592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dette écrite est une dette. Non lue, c'est une surprise.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89120" y="3154680"/>
            <a:ext cx="3383280" cy="1463040"/>
          </a:xfrm>
          <a:prstGeom prst="roundRect">
            <a:avLst>
              <a:gd name="adj" fmla="val 5625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45152" y="33924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45152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33741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Committer les artefacts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645152" y="399592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spec hors du dépôt n'existe pas pour l'équipe suivante.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3154680"/>
            <a:ext cx="3383280" cy="1463040"/>
          </a:xfrm>
          <a:prstGeom prst="roundRect">
            <a:avLst>
              <a:gd name="adj" fmla="val 5625"/>
            </a:avLst>
          </a:prstGeom>
          <a:solidFill>
            <a:srgbClr val="EEF2FC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94192" y="33924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94192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961120" y="33741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Respecter le verdict du gate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394192" y="399592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CONCERNS ou FAIL, on retourne en planification. Sinon la porte ne sert à rien.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4892040"/>
            <a:ext cx="10881360" cy="82296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1051560" y="48920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de ces règles n'est technique. C'est précisément pour ça qu'elles sautent en premier quand le délai serre.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GARDER SOUS LA MAIN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Antisèche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383280" cy="3611880"/>
          </a:xfrm>
          <a:prstGeom prst="roundRect">
            <a:avLst>
              <a:gd name="adj" fmla="val 2432"/>
            </a:avLst>
          </a:prstGeom>
          <a:solidFill>
            <a:srgbClr val="27327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2688" y="1627632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103120"/>
            <a:ext cx="2926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bmad-method install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bmad-method install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--list-tools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bmad-method install --yes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--modules bmm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--tools claude-code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/bmad-help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/bmad-project-context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0" y="1371600"/>
            <a:ext cx="3383280" cy="3611880"/>
          </a:xfrm>
          <a:prstGeom prst="roundRect">
            <a:avLst>
              <a:gd name="adj" fmla="val 2432"/>
            </a:avLst>
          </a:prstGeom>
          <a:solidFill>
            <a:srgbClr val="27327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81728" y="1627632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681728" y="2103120"/>
            <a:ext cx="2926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/bmad-product-brief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/bmad-prd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/bmad-ux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/bmad-spec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/bmad-architecture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/bmad-create-epics-and-stories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/bmad-sprint-planning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38160" y="1371600"/>
            <a:ext cx="3383280" cy="3611880"/>
          </a:xfrm>
          <a:prstGeom prst="roundRect">
            <a:avLst>
              <a:gd name="adj" fmla="val 2432"/>
            </a:avLst>
          </a:prstGeom>
          <a:solidFill>
            <a:srgbClr val="27327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30768" y="1627632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et clore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430768" y="2103120"/>
            <a:ext cx="2926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/bmad-build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/bmad-code-review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/bmad-qa-generate-e2e-tests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/bmad-correct-course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/bmad-retrospective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/bmad-build-auto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EE7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bmad-loop run --epic N --dry-run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166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agents s'invoquent pareil : bmad-agent-dev, bmad-agent-pm, bmad-agent-architect, bmad-agent-analyst, bmad-agent-ux-designer.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5778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de référence : docs.bmad-method.org  ·  github.com/bmad-code-org/BMAD-METHOD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BMAD pour les developpeurs</dc:title>
  <dc:subject>PptxGenJS Presentation</dc:subject>
  <dc:creator>BMAD Method</dc:creator>
  <cp:lastModifiedBy>BMAD Method</cp:lastModifiedBy>
  <cp:revision>1</cp:revision>
  <dcterms:created xsi:type="dcterms:W3CDTF">2026-09-02T18:01:59Z</dcterms:created>
  <dcterms:modified xsi:type="dcterms:W3CDTF">2026-09-02T18:01:59Z</dcterms:modified>
</cp:coreProperties>
</file>