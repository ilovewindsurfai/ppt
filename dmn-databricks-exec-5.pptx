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situation, then the four requirements, then land on the single question. Everything that follows is three answers to that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courier analogy front and centre. The one number to remember is 50 minutes, and that it is mostly transport, not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approval point is the real risk here and it is not a technical one — it is whether the platform team will allow extra software on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undersell the build. The translator is a piece of software we own forever. The upside is that the running cost advantage compounds with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ask: approval for a measured trial, not a decision between the three options. Timings shown on the option slides are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099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our business rules to 80 million records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record, every night. There are three ways to do it — and one question that decides between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11064240" cy="1755648"/>
          </a:xfrm>
          <a:prstGeom prst="roundRect">
            <a:avLst>
              <a:gd name="adj" fmla="val 41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31720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million records, nightly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0048"/>
            <a:ext cx="323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our data sits in one place: our data platform. Every record has to be run through the rules, every night.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65320" y="2331720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the business owns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65320" y="2670048"/>
            <a:ext cx="323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eligibility and risk rules are written by business analysts in a visual editor — not coded by engineers.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61960" y="2331720"/>
            <a:ext cx="323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worlds that don't naturally meet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061960" y="2670048"/>
            <a:ext cx="323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engine handles one record at a time. The data platform handles millions at once. Something has to bridge them.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75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any solution has to deliver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041648"/>
            <a:ext cx="2574036" cy="1207008"/>
          </a:xfrm>
          <a:prstGeom prst="roundRect">
            <a:avLst>
              <a:gd name="adj" fmla="val 606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86384" y="4206240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4517136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inside the nightly window — the target is under 30 minutes.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78708" y="4041648"/>
            <a:ext cx="2574036" cy="1207008"/>
          </a:xfrm>
          <a:prstGeom prst="roundRect">
            <a:avLst>
              <a:gd name="adj" fmla="val 606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616452" y="4206240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16452" y="4517136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cost every run, with no surprise bills as volumes grow.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08776" y="4041648"/>
            <a:ext cx="2574036" cy="1207008"/>
          </a:xfrm>
          <a:prstGeom prst="roundRect">
            <a:avLst>
              <a:gd name="adj" fmla="val 606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4206240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Business-owned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517136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can change a rule without waiting for an engineering release.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38844" y="4041648"/>
            <a:ext cx="2574036" cy="1207008"/>
          </a:xfrm>
          <a:prstGeom prst="roundRect">
            <a:avLst>
              <a:gd name="adj" fmla="val 6061"/>
            </a:avLst>
          </a:prstGeom>
          <a:solidFill>
            <a:srgbClr val="E8F2F3"/>
          </a:solidFill>
          <a:ln w="12700">
            <a:solidFill>
              <a:srgbClr val="E8F2F3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76588" y="4206240"/>
            <a:ext cx="20985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traceable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76588" y="4517136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stay protected, and every result can be tied back to the rule that produced 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68680" y="5532120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decision comes down to one question: where does the rules engine run — outside our data platform, inside it, or not at all?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099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OF 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the data out to the rules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couriering the files to an outside specialist and waiting for them to come back.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36592" y="191109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editor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313432"/>
            <a:ext cx="0" cy="292608"/>
          </a:xfrm>
          <a:prstGeom prst="line">
            <a:avLst/>
          </a:prstGeom>
          <a:noFill/>
          <a:ln w="31750">
            <a:solidFill>
              <a:srgbClr val="037D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2606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87552" y="2734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platform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04495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million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606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37D8C"/>
          </a:solidFill>
          <a:ln w="12700">
            <a:solidFill>
              <a:srgbClr val="037D8C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36592" y="2734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rules service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736592" y="304495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rules engine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21040" y="26060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85632" y="273405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platform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3044952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AEB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back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3081528"/>
            <a:ext cx="73152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89520" y="3081528"/>
            <a:ext cx="73152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36393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published to the outside service  →  all 80 million records are sent out  →  the results are sent back and stored.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97764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service is a separate system, run and supported by its own team.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night we move a very large amount of data out of our platform and back in again — that transfer, not the rules themselves, is what takes the time.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service could also answer single, instant requests, which is useful if we ever want real-time decisions.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26680" y="3977640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46136" y="3977640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run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69780" y="3977640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50 min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26680" y="4489704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946136" y="4489704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69780" y="4489704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726680" y="5001768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946136" y="5001768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 build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69780" y="5001768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59612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559612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we already need this rules service for something else — for example instant decisions during a customer journey. Then the nightly job simply reuses it.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099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OF 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 rules engine to the data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hiring the specialist to work inside our own building instead of sending the files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3017520" cy="530352"/>
          </a:xfrm>
          <a:prstGeom prst="roundRect">
            <a:avLst>
              <a:gd name="adj" fmla="val 1379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36592" y="1911096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editor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313432"/>
            <a:ext cx="0" cy="292608"/>
          </a:xfrm>
          <a:prstGeom prst="line">
            <a:avLst/>
          </a:prstGeom>
          <a:noFill/>
          <a:ln w="31750">
            <a:solidFill>
              <a:srgbClr val="037D8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60120" y="260604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 w="15875">
            <a:solidFill>
              <a:srgbClr val="D3DD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6974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PLATFORM  —  EVERYTHING HAPPENS INSIDE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44475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million records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037D8C"/>
          </a:solidFill>
          <a:ln w="12700">
            <a:solidFill>
              <a:srgbClr val="037D8C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82803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engine, installed here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1131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14800" y="3456432"/>
            <a:ext cx="54864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3456432"/>
            <a:ext cx="54864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48640" y="4133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loaded onto our own platform  →  the records never leave it  →  the results are written straight back.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moves anywhere, so the largest cost of option 1 simply disappears.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to run, one bill, one thing to monitor — and exactly the same rules engine, so the answers are guaranteed identical.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requires installing extra software on our data platform, which our platform team has to approve and which limits how we can configure it.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26680" y="4526280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46136" y="4526280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run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69780" y="4526280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 min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726680" y="5038344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946136" y="5038344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69780" y="5038344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5550408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946136" y="5550408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 build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69780" y="5550408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099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OF 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our platform to apply the rules itself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984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translating the specialist's handbook so our own people can do the work directly.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783080"/>
            <a:ext cx="3749040" cy="530352"/>
          </a:xfrm>
          <a:prstGeom prst="roundRect">
            <a:avLst>
              <a:gd name="adj" fmla="val 13793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370832" y="1911096"/>
            <a:ext cx="3419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editor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313432"/>
            <a:ext cx="0" cy="292608"/>
          </a:xfrm>
          <a:prstGeom prst="line">
            <a:avLst/>
          </a:prstGeom>
          <a:noFill/>
          <a:ln w="31750">
            <a:solidFill>
              <a:srgbClr val="037D8C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263640" y="23134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automatically translated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606040"/>
            <a:ext cx="10241280" cy="1417320"/>
          </a:xfrm>
          <a:prstGeom prst="roundRect">
            <a:avLst>
              <a:gd name="adj" fmla="val 5161"/>
            </a:avLst>
          </a:prstGeom>
          <a:solidFill>
            <a:srgbClr val="F2F5F7"/>
          </a:solidFill>
          <a:ln w="15875">
            <a:solidFill>
              <a:srgbClr val="D3DD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269748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PLATFORM  —  NO EXTRA SOFTWARE INSTALLED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28016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4475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million records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037D8C"/>
          </a:solidFill>
          <a:ln w="12700">
            <a:solidFill>
              <a:srgbClr val="037D8C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82803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applies the rules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3035808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1E2E3D"/>
          </a:solidFill>
          <a:ln w="12700">
            <a:solidFill>
              <a:srgbClr val="1E2E3D"/>
            </a:solidFill>
            <a:prstDash val="solid"/>
          </a:ln>
          <a:effectLst>
            <a:outerShdw sx="100000" sy="100000" kx="0" ky="0" algn="bl" rotWithShape="0" blurRad="76200" dist="19050" dir="5400000">
              <a:srgbClr val="16222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11312" y="3163824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114800" y="3456432"/>
            <a:ext cx="54864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0" y="3456432"/>
            <a:ext cx="548640" cy="0"/>
          </a:xfrm>
          <a:prstGeom prst="line">
            <a:avLst/>
          </a:prstGeom>
          <a:noFill/>
          <a:ln w="31750">
            <a:solidFill>
              <a:srgbClr val="B0512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4133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converted into instructions our platform already understands  →  it applies them to all 80 million records at once.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52628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far the fastest and cheapest to run, and it gets better the more records we add.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extra is installed, so it works on any configuration of our platform — no approval needed, nothing to strand us later.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be building the translator ourselves. It has to be proven correct against the original rules engine, continuously — that testing is the real work.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726680" y="4526280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946136" y="4526280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 run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69780" y="4526280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min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26680" y="5038344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946136" y="5038344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669780" y="5038344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726680" y="5550408"/>
            <a:ext cx="3886200" cy="438912"/>
          </a:xfrm>
          <a:prstGeom prst="roundRect">
            <a:avLst>
              <a:gd name="adj" fmla="val 16667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946136" y="5550408"/>
            <a:ext cx="21374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to build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669780" y="5550408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B88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0996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3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weaknesses of each option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05200" cy="4315968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5875">
            <a:solidFill>
              <a:srgbClr val="DBE2E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350520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572768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Send the data out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49424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58775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523744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Quickest to put in place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" y="306324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2999232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 service we may want anyway for instant decisions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" y="353872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47472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answers to today's rules engine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406908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" y="4407408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34340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by far — misses the 30-minute target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4882896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2416" y="4818888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to run, every single night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5358384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2416" y="5294376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leave our platform, so extra safeguards are needed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8160" y="1572768"/>
            <a:ext cx="3505200" cy="4315968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5875">
            <a:solidFill>
              <a:srgbClr val="DBE2E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8160" y="1572768"/>
            <a:ext cx="350520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65904" y="1572768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Bring the engine 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65904" y="2249424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84192" y="258775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1936" y="2523744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our platform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84192" y="306324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21936" y="2999232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answers to today's rules engine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84192" y="353872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1936" y="347472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one bill, one thing to monitor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65904" y="406908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84192" y="4407408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21936" y="434340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extra software installed and platform-team approval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84192" y="4882896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21936" y="4818888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changes need a technical release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84192" y="5358384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21936" y="5294376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us to a specific platform configuration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107680" y="1572768"/>
            <a:ext cx="3505200" cy="4315968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5875">
            <a:solidFill>
              <a:srgbClr val="DBE2E7"/>
            </a:solidFill>
            <a:prstDash val="solid"/>
          </a:ln>
          <a:effectLst>
            <a:outerShdw sx="100000" sy="100000" kx="0" ky="0" algn="bl" rotWithShape="0" blurRad="101600" dist="25400" dir="5400000">
              <a:srgbClr val="16222E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07680" y="1572768"/>
            <a:ext cx="3505200" cy="566928"/>
          </a:xfrm>
          <a:prstGeom prst="roundRect">
            <a:avLst>
              <a:gd name="adj" fmla="val 12903"/>
            </a:avLst>
          </a:prstGeom>
          <a:solidFill>
            <a:srgbClr val="16222E"/>
          </a:solidFill>
          <a:ln w="12700">
            <a:solidFill>
              <a:srgbClr val="1622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45424" y="1572768"/>
            <a:ext cx="3029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Translate the rules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345424" y="2249424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63712" y="2587752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01456" y="2523744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cheapest to run, by a wide margin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63712" y="3063240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01456" y="2999232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installed — works on any platform setup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63712" y="3538728"/>
            <a:ext cx="118872" cy="1188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601456" y="347472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grows as volumes grow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345424" y="4069080"/>
            <a:ext cx="3029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63712" y="4407408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601456" y="4343400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build, and we own it long term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3712" y="4882896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601456" y="4818888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must be proven correct against the original engine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363712" y="5358384"/>
            <a:ext cx="118872" cy="118872"/>
          </a:xfrm>
          <a:prstGeom prst="ellipse">
            <a:avLst/>
          </a:prstGeom>
          <a:solidFill>
            <a:srgbClr val="9B3B3B"/>
          </a:solidFill>
          <a:ln w="12700">
            <a:solidFill>
              <a:srgbClr val="9B3B3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01456" y="5294376"/>
            <a:ext cx="277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unusual skills, hard to hire for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6016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option is being recommended today.  </a:t>
            </a:r>
            <a:pPr indent="0" marL="0">
              <a:buNone/>
            </a:pPr>
            <a:r>
              <a:rPr lang="en-US" sz="13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 is a short, measured trial of all three, so this page can be filled in with real numbers rather than estimates.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rules at 80 million records</dc:title>
  <dc:subject>PptxGenJS Presentation</dc:subject>
  <dc:creator>PptxGenJS</dc:creator>
  <cp:lastModifiedBy>PptxGenJS</cp:lastModifiedBy>
  <cp:revision>1</cp:revision>
  <dcterms:created xsi:type="dcterms:W3CDTF">2026-09-03T21:25:00Z</dcterms:created>
  <dcterms:modified xsi:type="dcterms:W3CDTF">2026-09-03T21:25:00Z</dcterms:modified>
</cp:coreProperties>
</file>